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handoutMasterIdLst>
    <p:handoutMasterId r:id="rId8"/>
  </p:handoutMasterIdLst>
  <p:sldIdLst>
    <p:sldId id="258" r:id="rId3"/>
    <p:sldId id="288" r:id="rId5"/>
    <p:sldId id="286" r:id="rId6"/>
    <p:sldId id="291" r:id="rId7"/>
  </p:sldIdLst>
  <p:sldSz cx="12192000" cy="6858000"/>
  <p:notesSz cx="6858000" cy="9144000"/>
  <p:embeddedFontLst>
    <p:embeddedFont>
      <p:font typeface="Tw Cen MT" panose="020B0602020104020603"/>
      <p:regular r:id="rId12"/>
      <p:bold r:id="rId13"/>
      <p:italic r:id="rId14"/>
      <p:boldItalic r:id="rId15"/>
    </p:embeddedFont>
    <p:embeddedFont>
      <p:font typeface="华文仿宋" panose="02010600040101010101" pitchFamily="2" charset="-122"/>
      <p:regular r:id="rId16"/>
    </p:embeddedFont>
    <p:embeddedFont>
      <p:font typeface="微软雅黑" panose="020B0503020204020204" pitchFamily="34" charset="-122"/>
      <p:regular r:id="rId17"/>
    </p:embeddedFont>
    <p:embeddedFont>
      <p:font typeface="Calibri Light" panose="020F0302020204030204" pitchFamily="34" charset="0"/>
      <p:regular r:id="rId18"/>
      <p:italic r:id="rId19"/>
    </p:embeddedFont>
    <p:embeddedFont>
      <p:font typeface="等线" panose="02010600030101010101" charset="-122"/>
      <p:regular r:id="rId20"/>
    </p:embeddedFont>
    <p:embeddedFont>
      <p:font typeface="Calibri" panose="020F0502020204030204" charset="0"/>
      <p:regular r:id="rId21"/>
      <p:bold r:id="rId22"/>
      <p:italic r:id="rId23"/>
      <p:boldItalic r:id="rId24"/>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53A5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019"/>
    <p:restoredTop sz="94694"/>
  </p:normalViewPr>
  <p:slideViewPr>
    <p:cSldViewPr snapToGrid="0">
      <p:cViewPr varScale="1">
        <p:scale>
          <a:sx n="121" d="100"/>
          <a:sy n="121" d="100"/>
        </p:scale>
        <p:origin x="1352" y="176"/>
      </p:cViewPr>
      <p:guideLst/>
    </p:cSldViewPr>
  </p:slideViewPr>
  <p:notesTextViewPr>
    <p:cViewPr>
      <p:scale>
        <a:sx n="1" d="1"/>
        <a:sy n="1" d="1"/>
      </p:scale>
      <p:origin x="0" y="0"/>
    </p:cViewPr>
  </p:notesTextViewPr>
  <p:notesViewPr>
    <p:cSldViewPr snapToGrid="0">
      <p:cViewPr varScale="1">
        <p:scale>
          <a:sx n="86" d="100"/>
          <a:sy n="86" d="100"/>
        </p:scale>
        <p:origin x="3864" y="10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handoutMaster" Target="handoutMasters/handoutMaster1.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font" Target="fonts/font13.fntdata"/><Relationship Id="rId23" Type="http://schemas.openxmlformats.org/officeDocument/2006/relationships/font" Target="fonts/font12.fntdata"/><Relationship Id="rId22" Type="http://schemas.openxmlformats.org/officeDocument/2006/relationships/font" Target="fonts/font11.fntdata"/><Relationship Id="rId21" Type="http://schemas.openxmlformats.org/officeDocument/2006/relationships/font" Target="fonts/font10.fntdata"/><Relationship Id="rId20" Type="http://schemas.openxmlformats.org/officeDocument/2006/relationships/font" Target="fonts/font9.fntdata"/><Relationship Id="rId2" Type="http://schemas.openxmlformats.org/officeDocument/2006/relationships/theme" Target="theme/theme1.xml"/><Relationship Id="rId19" Type="http://schemas.openxmlformats.org/officeDocument/2006/relationships/font" Target="fonts/font8.fntdata"/><Relationship Id="rId18" Type="http://schemas.openxmlformats.org/officeDocument/2006/relationships/font" Target="fonts/font7.fntdata"/><Relationship Id="rId17" Type="http://schemas.openxmlformats.org/officeDocument/2006/relationships/font" Target="fonts/font6.fntdata"/><Relationship Id="rId16" Type="http://schemas.openxmlformats.org/officeDocument/2006/relationships/font" Target="fonts/font5.fntdata"/><Relationship Id="rId15" Type="http://schemas.openxmlformats.org/officeDocument/2006/relationships/font" Target="fonts/font4.fntdata"/><Relationship Id="rId14" Type="http://schemas.openxmlformats.org/officeDocument/2006/relationships/font" Target="fonts/font3.fntdata"/><Relationship Id="rId13" Type="http://schemas.openxmlformats.org/officeDocument/2006/relationships/font" Target="fonts/font2.fntdata"/><Relationship Id="rId12" Type="http://schemas.openxmlformats.org/officeDocument/2006/relationships/font" Target="fonts/font1.fntdata"/><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38FDAD-D990-43CA-B7BD-F21729AA7592}" type="datetimeFigureOut">
              <a:rPr lang="en-US" smtClean="0"/>
            </a:fld>
            <a:endParaRPr 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C37055B-3B3D-4AE2-A0B8-1677AA2E5C74}"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DBA1AE-9D76-E640-A0A3-55A60B5F35D5}"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4E0C9B-270C-3B4C-9FBF-EDA29A5793C8}"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ltLang="zh-CN" dirty="0"/>
          </a:p>
        </p:txBody>
      </p:sp>
      <p:sp>
        <p:nvSpPr>
          <p:cNvPr id="4" name="Slide Number Placeholder 3"/>
          <p:cNvSpPr>
            <a:spLocks noGrp="1"/>
          </p:cNvSpPr>
          <p:nvPr>
            <p:ph type="sldNum" sz="quarter" idx="5"/>
          </p:nvPr>
        </p:nvSpPr>
        <p:spPr/>
        <p:txBody>
          <a:bodyPr/>
          <a:lstStyle/>
          <a:p>
            <a:fld id="{22642706-167E-8F49-9547-745690062C12}"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ltLang="zh-CN" dirty="0"/>
          </a:p>
        </p:txBody>
      </p:sp>
      <p:sp>
        <p:nvSpPr>
          <p:cNvPr id="4" name="Slide Number Placeholder 3"/>
          <p:cNvSpPr>
            <a:spLocks noGrp="1"/>
          </p:cNvSpPr>
          <p:nvPr>
            <p:ph type="sldNum" sz="quarter" idx="5"/>
          </p:nvPr>
        </p:nvSpPr>
        <p:spPr/>
        <p:txBody>
          <a:bodyPr/>
          <a:lstStyle/>
          <a:p>
            <a:fld id="{22642706-167E-8F49-9547-745690062C12}"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ltLang="zh-CN" dirty="0"/>
          </a:p>
        </p:txBody>
      </p:sp>
      <p:sp>
        <p:nvSpPr>
          <p:cNvPr id="4" name="Slide Number Placeholder 3"/>
          <p:cNvSpPr>
            <a:spLocks noGrp="1"/>
          </p:cNvSpPr>
          <p:nvPr>
            <p:ph type="sldNum" sz="quarter" idx="5"/>
          </p:nvPr>
        </p:nvSpPr>
        <p:spPr/>
        <p:txBody>
          <a:bodyPr/>
          <a:lstStyle/>
          <a:p>
            <a:fld id="{22642706-167E-8F49-9547-745690062C12}"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ltLang="zh-CN" dirty="0"/>
          </a:p>
        </p:txBody>
      </p:sp>
      <p:sp>
        <p:nvSpPr>
          <p:cNvPr id="4" name="Slide Number Placeholder 3"/>
          <p:cNvSpPr>
            <a:spLocks noGrp="1"/>
          </p:cNvSpPr>
          <p:nvPr>
            <p:ph type="sldNum" sz="quarter" idx="5"/>
          </p:nvPr>
        </p:nvSpPr>
        <p:spPr/>
        <p:txBody>
          <a:bodyPr/>
          <a:lstStyle/>
          <a:p>
            <a:fld id="{22642706-167E-8F49-9547-745690062C12}"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9" name="Date Placeholder 3"/>
          <p:cNvSpPr>
            <a:spLocks noGrp="1"/>
          </p:cNvSpPr>
          <p:nvPr>
            <p:ph type="dt" sz="half" idx="10"/>
          </p:nvPr>
        </p:nvSpPr>
        <p:spPr>
          <a:xfrm>
            <a:off x="838200" y="6356350"/>
            <a:ext cx="2743200" cy="365125"/>
          </a:xfrm>
        </p:spPr>
        <p:txBody>
          <a:bodyPr/>
          <a:lstStyle>
            <a:lvl1pPr>
              <a:defRPr/>
            </a:lvl1pPr>
          </a:lstStyle>
          <a:p>
            <a:pPr>
              <a:defRPr/>
            </a:pPr>
            <a:fld id="{B3F708E0-30DC-42CC-BF43-99F747FD2CF5}" type="datetime1">
              <a:rPr lang="en-US" altLang="zh-CN"/>
            </a:fld>
            <a:endParaRPr lang="en-US" altLang="zh-CN" dirty="0"/>
          </a:p>
        </p:txBody>
      </p:sp>
      <p:sp>
        <p:nvSpPr>
          <p:cNvPr id="20" name="Footer Placeholder 4"/>
          <p:cNvSpPr>
            <a:spLocks noGrp="1"/>
          </p:cNvSpPr>
          <p:nvPr>
            <p:ph type="ftr" sz="quarter" idx="11"/>
          </p:nvPr>
        </p:nvSpPr>
        <p:spPr>
          <a:xfrm>
            <a:off x="4038600" y="6356350"/>
            <a:ext cx="4114800" cy="365125"/>
          </a:xfrm>
        </p:spPr>
        <p:txBody>
          <a:bodyPr/>
          <a:lstStyle>
            <a:lvl1pPr>
              <a:defRPr/>
            </a:lvl1pPr>
          </a:lstStyle>
          <a:p>
            <a:pPr>
              <a:defRPr/>
            </a:pPr>
            <a:endParaRPr lang="en-US" altLang="zh-CN" dirty="0"/>
          </a:p>
        </p:txBody>
      </p:sp>
      <p:sp>
        <p:nvSpPr>
          <p:cNvPr id="22" name="Slide Number Placeholder 5"/>
          <p:cNvSpPr txBox="1"/>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60A8787-40F9-4857-8BCA-0AA163C29BD7}" type="slidenum">
              <a:rPr lang="en-US" altLang="zh-CN" smtClean="0">
                <a:solidFill>
                  <a:prstClr val="black"/>
                </a:solidFill>
                <a:latin typeface="Tw Cen MT" panose="020B0602020104020603"/>
                <a:ea typeface="华文仿宋" panose="02010600040101010101" pitchFamily="2" charset="-122"/>
              </a:rPr>
            </a:fld>
            <a:endParaRPr lang="en-US" altLang="zh-CN">
              <a:solidFill>
                <a:prstClr val="black"/>
              </a:solidFill>
              <a:latin typeface="Tw Cen MT" panose="020B0602020104020603"/>
              <a:ea typeface="华文仿宋" panose="02010600040101010101" pitchFamily="2"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400957D-9C82-BD45-96E0-1D8FB702D9CD}" type="datetimeFigureOut">
              <a:rPr kumimoji="1" lang="zh-CN" altLang="en-US" smtClean="0"/>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6" name="Slide Number Placeholder 5"/>
          <p:cNvSpPr txBox="1"/>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60A8787-40F9-4857-8BCA-0AA163C29BD7}" type="slidenum">
              <a:rPr lang="en-US" altLang="zh-CN" smtClean="0">
                <a:solidFill>
                  <a:prstClr val="black"/>
                </a:solidFill>
                <a:latin typeface="Tw Cen MT" panose="020B0602020104020603"/>
                <a:ea typeface="华文仿宋" panose="02010600040101010101" pitchFamily="2" charset="-122"/>
              </a:rPr>
            </a:fld>
            <a:endParaRPr lang="en-US" altLang="zh-CN">
              <a:solidFill>
                <a:prstClr val="black"/>
              </a:solidFill>
              <a:latin typeface="Tw Cen MT" panose="020B0602020104020603"/>
              <a:ea typeface="华文仿宋" panose="02010600040101010101" pitchFamily="2"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5400957D-9C82-BD45-96E0-1D8FB702D9CD}"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8" name="Slide Number Placeholder 5"/>
          <p:cNvSpPr txBox="1"/>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60A8787-40F9-4857-8BCA-0AA163C29BD7}" type="slidenum">
              <a:rPr lang="en-US" altLang="zh-CN" smtClean="0">
                <a:solidFill>
                  <a:prstClr val="black"/>
                </a:solidFill>
                <a:latin typeface="Tw Cen MT" panose="020B0602020104020603"/>
                <a:ea typeface="华文仿宋" panose="02010600040101010101" pitchFamily="2" charset="-122"/>
              </a:rPr>
            </a:fld>
            <a:endParaRPr lang="en-US" altLang="zh-CN">
              <a:solidFill>
                <a:prstClr val="black"/>
              </a:solidFill>
              <a:latin typeface="Tw Cen MT" panose="020B0602020104020603"/>
              <a:ea typeface="华文仿宋" panose="02010600040101010101" pitchFamily="2" charset="-122"/>
            </a:endParaRPr>
          </a:p>
        </p:txBody>
      </p:sp>
      <p:cxnSp>
        <p:nvCxnSpPr>
          <p:cNvPr id="2" name="直接连接符 1"/>
          <p:cNvCxnSpPr/>
          <p:nvPr/>
        </p:nvCxnSpPr>
        <p:spPr>
          <a:xfrm>
            <a:off x="5080" y="923290"/>
            <a:ext cx="6280785" cy="11430"/>
          </a:xfrm>
          <a:prstGeom prst="line">
            <a:avLst/>
          </a:prstGeom>
        </p:spPr>
        <p:style>
          <a:lnRef idx="2">
            <a:schemeClr val="accent2"/>
          </a:lnRef>
          <a:fillRef idx="0">
            <a:schemeClr val="accent2"/>
          </a:fillRef>
          <a:effectRef idx="1">
            <a:schemeClr val="accent2"/>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400957D-9C82-BD45-96E0-1D8FB702D9CD}" type="datetimeFigureOut">
              <a:rPr kumimoji="1" lang="zh-CN" altLang="en-US" smtClean="0"/>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2AE26B-AB71-7940-9A68-CC38E52CE3B6}"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385619" y="2807774"/>
            <a:ext cx="6968182" cy="753110"/>
          </a:xfrm>
          <a:prstGeom prst="rect">
            <a:avLst/>
          </a:prstGeom>
          <a:noFill/>
        </p:spPr>
        <p:txBody>
          <a:bodyPr wrap="square" rtlCol="0">
            <a:spAutoFit/>
          </a:bodyPr>
          <a:lstStyle/>
          <a:p>
            <a:r>
              <a:rPr lang="en-US" altLang="ja-JP" sz="4300" b="1" dirty="0">
                <a:solidFill>
                  <a:srgbClr val="9C090F"/>
                </a:solidFill>
                <a:latin typeface="微软雅黑" panose="020B0503020204020204" pitchFamily="34" charset="-122"/>
                <a:ea typeface="微软雅黑" panose="020B0503020204020204" pitchFamily="34" charset="-122"/>
              </a:rPr>
              <a:t>PPT</a:t>
            </a:r>
            <a:r>
              <a:rPr lang="zh-CN" altLang="en-US" sz="4300" b="1" dirty="0">
                <a:solidFill>
                  <a:srgbClr val="9C090F"/>
                </a:solidFill>
                <a:latin typeface="微软雅黑" panose="020B0503020204020204" pitchFamily="34" charset="-122"/>
                <a:ea typeface="微软雅黑" panose="020B0503020204020204" pitchFamily="34" charset="-122"/>
              </a:rPr>
              <a:t>模板标题</a:t>
            </a:r>
            <a:endParaRPr lang="en-US" sz="4300" b="1" dirty="0">
              <a:solidFill>
                <a:srgbClr val="9C090F"/>
              </a:solidFill>
              <a:latin typeface="微软雅黑" panose="020B0503020204020204" pitchFamily="34" charset="-122"/>
              <a:ea typeface="微软雅黑" panose="020B0503020204020204" pitchFamily="34" charset="-122"/>
            </a:endParaRPr>
          </a:p>
        </p:txBody>
      </p:sp>
      <p:sp>
        <p:nvSpPr>
          <p:cNvPr id="12" name="TextBox 11"/>
          <p:cNvSpPr txBox="1"/>
          <p:nvPr/>
        </p:nvSpPr>
        <p:spPr>
          <a:xfrm>
            <a:off x="4388931" y="3611230"/>
            <a:ext cx="1211580" cy="460375"/>
          </a:xfrm>
          <a:prstGeom prst="rect">
            <a:avLst/>
          </a:prstGeom>
          <a:noFill/>
        </p:spPr>
        <p:txBody>
          <a:bodyPr wrap="none" rtlCol="0">
            <a:spAutoFit/>
          </a:bodyPr>
          <a:lstStyle/>
          <a:p>
            <a:r>
              <a:rPr lang="ja-JP" altLang="en-US" sz="2400" spc="300">
                <a:solidFill>
                  <a:schemeClr val="tx1">
                    <a:lumMod val="65000"/>
                    <a:lumOff val="35000"/>
                  </a:schemeClr>
                </a:solidFill>
                <a:latin typeface="微软雅黑" panose="020B0503020204020204" pitchFamily="34" charset="-122"/>
                <a:ea typeface="微软雅黑" panose="020B0503020204020204" pitchFamily="34" charset="-122"/>
              </a:rPr>
              <a:t>副标题</a:t>
            </a:r>
            <a:endParaRPr lang="en-US" sz="24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 name="TextBox 11"/>
          <p:cNvSpPr txBox="1"/>
          <p:nvPr/>
        </p:nvSpPr>
        <p:spPr>
          <a:xfrm>
            <a:off x="1718121" y="5650215"/>
            <a:ext cx="8755380" cy="460375"/>
          </a:xfrm>
          <a:prstGeom prst="rect">
            <a:avLst/>
          </a:prstGeom>
          <a:noFill/>
        </p:spPr>
        <p:txBody>
          <a:bodyPr wrap="none" rtlCol="0">
            <a:spAutoFit/>
          </a:bodyPr>
          <a:p>
            <a:r>
              <a:rPr lang="zh-CN" altLang="en-US" sz="2400" b="1" spc="300" dirty="0">
                <a:solidFill>
                  <a:srgbClr val="C00000"/>
                </a:solidFill>
                <a:latin typeface="微软雅黑" panose="020B0503020204020204" pitchFamily="34" charset="-122"/>
                <a:ea typeface="微软雅黑" panose="020B0503020204020204" pitchFamily="34" charset="-122"/>
              </a:rPr>
              <a:t>请勿在汇报材料中填写姓名、手机号、身份证等个人信息</a:t>
            </a:r>
            <a:endParaRPr lang="zh-CN" altLang="en-US" sz="2400" b="1" spc="30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12685" y="355874"/>
            <a:ext cx="1605280" cy="521970"/>
          </a:xfrm>
          <a:prstGeom prst="rect">
            <a:avLst/>
          </a:prstGeom>
          <a:noFill/>
        </p:spPr>
        <p:txBody>
          <a:bodyPr wrap="none" rtlCol="0">
            <a:spAutoFit/>
          </a:bodyPr>
          <a:lstStyle/>
          <a:p>
            <a:r>
              <a:rPr lang="zh-CN" sz="2800" b="1" dirty="0">
                <a:solidFill>
                  <a:srgbClr val="08254D"/>
                </a:solidFill>
                <a:latin typeface="微软雅黑" panose="020B0503020204020204" pitchFamily="34" charset="-122"/>
                <a:ea typeface="微软雅黑" panose="020B0503020204020204" pitchFamily="34" charset="-122"/>
              </a:rPr>
              <a:t>产品画布</a:t>
            </a:r>
            <a:endParaRPr lang="zh-CN" sz="2800" b="1" dirty="0">
              <a:solidFill>
                <a:srgbClr val="08254D"/>
              </a:solidFill>
              <a:latin typeface="微软雅黑" panose="020B0503020204020204" pitchFamily="34" charset="-122"/>
              <a:ea typeface="微软雅黑" panose="020B0503020204020204" pitchFamily="34" charset="-122"/>
            </a:endParaRPr>
          </a:p>
        </p:txBody>
      </p:sp>
      <p:sp>
        <p:nvSpPr>
          <p:cNvPr id="8" name="圆角矩形 7"/>
          <p:cNvSpPr/>
          <p:nvPr/>
        </p:nvSpPr>
        <p:spPr>
          <a:xfrm>
            <a:off x="8320405" y="1240790"/>
            <a:ext cx="3369310" cy="5181600"/>
          </a:xfrm>
          <a:prstGeom prst="roundRect">
            <a:avLst>
              <a:gd name="adj" fmla="val 3675"/>
            </a:avLst>
          </a:prstGeom>
          <a:solidFill>
            <a:schemeClr val="bg1">
              <a:lumMod val="9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200" b="1" dirty="0">
              <a:latin typeface="微软雅黑" panose="020B0503020204020204" pitchFamily="34" charset="-122"/>
              <a:ea typeface="微软雅黑" panose="020B0503020204020204" pitchFamily="34" charset="-122"/>
            </a:endParaRPr>
          </a:p>
        </p:txBody>
      </p:sp>
      <p:sp>
        <p:nvSpPr>
          <p:cNvPr id="7" name="圆角矩形 6"/>
          <p:cNvSpPr/>
          <p:nvPr/>
        </p:nvSpPr>
        <p:spPr>
          <a:xfrm>
            <a:off x="4403090" y="1240790"/>
            <a:ext cx="3369310" cy="5181600"/>
          </a:xfrm>
          <a:prstGeom prst="roundRect">
            <a:avLst>
              <a:gd name="adj" fmla="val 3675"/>
            </a:avLst>
          </a:prstGeom>
          <a:solidFill>
            <a:schemeClr val="bg1">
              <a:lumMod val="9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200" b="1" dirty="0">
              <a:latin typeface="微软雅黑" panose="020B0503020204020204" pitchFamily="34" charset="-122"/>
              <a:ea typeface="微软雅黑" panose="020B0503020204020204" pitchFamily="34" charset="-122"/>
            </a:endParaRPr>
          </a:p>
        </p:txBody>
      </p:sp>
      <p:sp>
        <p:nvSpPr>
          <p:cNvPr id="56" name="圆角矩形 55"/>
          <p:cNvSpPr/>
          <p:nvPr/>
        </p:nvSpPr>
        <p:spPr>
          <a:xfrm>
            <a:off x="485775" y="1240790"/>
            <a:ext cx="3369310" cy="5181600"/>
          </a:xfrm>
          <a:prstGeom prst="roundRect">
            <a:avLst>
              <a:gd name="adj" fmla="val 3675"/>
            </a:avLst>
          </a:prstGeom>
          <a:solidFill>
            <a:schemeClr val="bg1">
              <a:lumMod val="9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200" b="1" dirty="0">
              <a:latin typeface="微软雅黑" panose="020B0503020204020204" pitchFamily="34" charset="-122"/>
              <a:ea typeface="微软雅黑" panose="020B0503020204020204" pitchFamily="34" charset="-122"/>
            </a:endParaRPr>
          </a:p>
        </p:txBody>
      </p:sp>
      <p:sp>
        <p:nvSpPr>
          <p:cNvPr id="29" name="TextBox 30"/>
          <p:cNvSpPr txBox="1">
            <a:spLocks noChangeArrowheads="1"/>
          </p:cNvSpPr>
          <p:nvPr/>
        </p:nvSpPr>
        <p:spPr bwMode="auto">
          <a:xfrm>
            <a:off x="753745" y="2945130"/>
            <a:ext cx="2829560" cy="1522730"/>
          </a:xfrm>
          <a:prstGeom prst="rect">
            <a:avLst/>
          </a:prstGeom>
          <a:noFill/>
          <a:ln w="9525">
            <a:noFill/>
            <a:miter lim="800000"/>
          </a:ln>
        </p:spPr>
        <p:txBody>
          <a:bodyPr wrap="square" lIns="45720" tIns="22860" rIns="45720" bIns="22860">
            <a:spAutoFit/>
          </a:bodyPr>
          <a:lstStyle/>
          <a:p>
            <a:pPr eaLnBrk="0" hangingPunct="0">
              <a:lnSpc>
                <a:spcPct val="150000"/>
              </a:lnSpc>
            </a:pPr>
            <a:r>
              <a:rPr lang="zh-CN" sz="1600" dirty="0">
                <a:solidFill>
                  <a:schemeClr val="tx1">
                    <a:lumMod val="50000"/>
                    <a:lumOff val="50000"/>
                  </a:schemeClr>
                </a:solidFill>
                <a:latin typeface="微软雅黑" panose="020B0503020204020204" pitchFamily="34" charset="-122"/>
                <a:ea typeface="微软雅黑" panose="020B0503020204020204" pitchFamily="34" charset="-122"/>
                <a:cs typeface="Calibri Light" panose="020F0302020204030204" pitchFamily="34" charset="0"/>
              </a:rPr>
              <a:t>如：</a:t>
            </a:r>
            <a:r>
              <a:rPr sz="1600" dirty="0">
                <a:solidFill>
                  <a:schemeClr val="tx1">
                    <a:lumMod val="50000"/>
                    <a:lumOff val="50000"/>
                  </a:schemeClr>
                </a:solidFill>
                <a:latin typeface="微软雅黑" panose="020B0503020204020204" pitchFamily="34" charset="-122"/>
                <a:ea typeface="微软雅黑" panose="020B0503020204020204" pitchFamily="34" charset="-122"/>
                <a:cs typeface="Calibri Light" panose="020F0302020204030204" pitchFamily="34" charset="0"/>
              </a:rPr>
              <a:t>用户在投资过程中单打独斗，无法对收获同类陪伴、交流经验、分享知识、讨论投资机会等。</a:t>
            </a:r>
            <a:endParaRPr sz="1600" dirty="0">
              <a:solidFill>
                <a:schemeClr val="tx1">
                  <a:lumMod val="50000"/>
                  <a:lumOff val="50000"/>
                </a:schemeClr>
              </a:solidFill>
              <a:latin typeface="微软雅黑" panose="020B0503020204020204" pitchFamily="34" charset="-122"/>
              <a:ea typeface="微软雅黑" panose="020B0503020204020204" pitchFamily="34" charset="-122"/>
              <a:cs typeface="Calibri Light" panose="020F0302020204030204" pitchFamily="34" charset="0"/>
            </a:endParaRPr>
          </a:p>
        </p:txBody>
      </p:sp>
      <p:sp>
        <p:nvSpPr>
          <p:cNvPr id="30" name="TextBox 31"/>
          <p:cNvSpPr txBox="1">
            <a:spLocks noChangeArrowheads="1"/>
          </p:cNvSpPr>
          <p:nvPr/>
        </p:nvSpPr>
        <p:spPr bwMode="auto">
          <a:xfrm>
            <a:off x="1360805" y="1617980"/>
            <a:ext cx="1615440" cy="414655"/>
          </a:xfrm>
          <a:prstGeom prst="rect">
            <a:avLst/>
          </a:prstGeom>
          <a:noFill/>
          <a:ln w="9525">
            <a:noFill/>
            <a:miter lim="800000"/>
          </a:ln>
        </p:spPr>
        <p:txBody>
          <a:bodyPr wrap="none" lIns="45720" tIns="22860" rIns="45720" bIns="22860">
            <a:spAutoFit/>
          </a:bodyPr>
          <a:lstStyle/>
          <a:p>
            <a:pPr algn="ctr"/>
            <a:r>
              <a:rPr lang="zh-CN" altLang="en-US" sz="2400" b="1" dirty="0">
                <a:solidFill>
                  <a:srgbClr val="C00000"/>
                </a:solidFill>
                <a:latin typeface="微软雅黑" panose="020B0503020204020204" pitchFamily="34" charset="-122"/>
                <a:ea typeface="微软雅黑" panose="020B0503020204020204" pitchFamily="34" charset="-122"/>
                <a:cs typeface="Lato Regular"/>
              </a:rPr>
              <a:t>问题和困扰</a:t>
            </a:r>
            <a:endParaRPr lang="zh-CN" altLang="en-US" sz="2400" b="1" dirty="0">
              <a:solidFill>
                <a:srgbClr val="C00000"/>
              </a:solidFill>
              <a:latin typeface="微软雅黑" panose="020B0503020204020204" pitchFamily="34" charset="-122"/>
              <a:ea typeface="微软雅黑" panose="020B0503020204020204" pitchFamily="34" charset="-122"/>
              <a:cs typeface="Lato Regular"/>
            </a:endParaRPr>
          </a:p>
        </p:txBody>
      </p:sp>
      <p:sp>
        <p:nvSpPr>
          <p:cNvPr id="34" name="Rounded Rectangle 243"/>
          <p:cNvSpPr/>
          <p:nvPr/>
        </p:nvSpPr>
        <p:spPr>
          <a:xfrm>
            <a:off x="1221740" y="2193290"/>
            <a:ext cx="1903095" cy="5397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09710" tIns="54854" rIns="109710" bIns="54854" anchor="ctr"/>
          <a:lstStyle/>
          <a:p>
            <a:pPr algn="ctr">
              <a:defRPr/>
            </a:pPr>
            <a:endParaRPr lang="bg-BG" sz="2400" dirty="0">
              <a:solidFill>
                <a:srgbClr val="C00000"/>
              </a:solidFill>
              <a:latin typeface="Calibri Light" panose="020F0302020204030204"/>
            </a:endParaRPr>
          </a:p>
        </p:txBody>
      </p:sp>
      <p:sp>
        <p:nvSpPr>
          <p:cNvPr id="38" name="TextBox 31"/>
          <p:cNvSpPr txBox="1">
            <a:spLocks noChangeArrowheads="1"/>
          </p:cNvSpPr>
          <p:nvPr/>
        </p:nvSpPr>
        <p:spPr bwMode="auto">
          <a:xfrm>
            <a:off x="5419090" y="1617980"/>
            <a:ext cx="1310640" cy="414655"/>
          </a:xfrm>
          <a:prstGeom prst="rect">
            <a:avLst/>
          </a:prstGeom>
          <a:noFill/>
          <a:ln w="9525">
            <a:noFill/>
            <a:miter lim="800000"/>
          </a:ln>
        </p:spPr>
        <p:txBody>
          <a:bodyPr wrap="none" lIns="45720" tIns="22860" rIns="45720" bIns="22860">
            <a:spAutoFit/>
          </a:bodyPr>
          <a:lstStyle/>
          <a:p>
            <a:pPr algn="ctr"/>
            <a:r>
              <a:rPr lang="zh-CN" altLang="en-US" sz="2400" b="1" dirty="0">
                <a:solidFill>
                  <a:srgbClr val="C00000"/>
                </a:solidFill>
                <a:latin typeface="微软雅黑" panose="020B0503020204020204" pitchFamily="34" charset="-122"/>
                <a:ea typeface="微软雅黑" panose="020B0503020204020204" pitchFamily="34" charset="-122"/>
                <a:cs typeface="Lato Regular"/>
              </a:rPr>
              <a:t>解决方案</a:t>
            </a:r>
            <a:endParaRPr lang="zh-CN" altLang="en-US" sz="2400" b="1" dirty="0">
              <a:solidFill>
                <a:srgbClr val="C00000"/>
              </a:solidFill>
              <a:latin typeface="微软雅黑" panose="020B0503020204020204" pitchFamily="34" charset="-122"/>
              <a:ea typeface="微软雅黑" panose="020B0503020204020204" pitchFamily="34" charset="-122"/>
              <a:cs typeface="Lato Regular"/>
            </a:endParaRPr>
          </a:p>
        </p:txBody>
      </p:sp>
      <p:sp>
        <p:nvSpPr>
          <p:cNvPr id="39" name="Rounded Rectangle 245"/>
          <p:cNvSpPr/>
          <p:nvPr/>
        </p:nvSpPr>
        <p:spPr>
          <a:xfrm>
            <a:off x="5107940" y="2176145"/>
            <a:ext cx="1903730" cy="55880"/>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09710" tIns="54854" rIns="109710" bIns="54854" anchor="ctr"/>
          <a:lstStyle/>
          <a:p>
            <a:pPr algn="ctr">
              <a:defRPr/>
            </a:pPr>
            <a:endParaRPr lang="bg-BG" sz="2400" dirty="0">
              <a:solidFill>
                <a:srgbClr val="C00000"/>
              </a:solidFill>
              <a:latin typeface="Calibri Light" panose="020F0302020204030204"/>
            </a:endParaRPr>
          </a:p>
        </p:txBody>
      </p:sp>
      <p:sp>
        <p:nvSpPr>
          <p:cNvPr id="40" name="TextBox 31"/>
          <p:cNvSpPr txBox="1">
            <a:spLocks noChangeArrowheads="1"/>
          </p:cNvSpPr>
          <p:nvPr/>
        </p:nvSpPr>
        <p:spPr bwMode="auto">
          <a:xfrm>
            <a:off x="9319895" y="1617980"/>
            <a:ext cx="1310640" cy="414655"/>
          </a:xfrm>
          <a:prstGeom prst="rect">
            <a:avLst/>
          </a:prstGeom>
          <a:noFill/>
          <a:ln>
            <a:noFill/>
          </a:ln>
        </p:spPr>
        <p:txBody>
          <a:bodyPr wrap="none" lIns="45720" tIns="22860" rIns="45720" bIns="22860">
            <a:spAutoFit/>
          </a:bodyPr>
          <a:lstStyle>
            <a:lvl1pPr eaLnBrk="0" hangingPunct="0">
              <a:defRPr sz="3600">
                <a:solidFill>
                  <a:schemeClr val="tx1"/>
                </a:solidFill>
                <a:latin typeface="Lato Light" charset="0"/>
                <a:ea typeface="MS PGothic" panose="020B0600070205080204" charset="-128"/>
                <a:cs typeface="MS PGothic" panose="020B0600070205080204" charset="-128"/>
              </a:defRPr>
            </a:lvl1pPr>
            <a:lvl2pPr marL="742950" indent="-285750" eaLnBrk="0" hangingPunct="0">
              <a:defRPr sz="3600">
                <a:solidFill>
                  <a:schemeClr val="tx1"/>
                </a:solidFill>
                <a:latin typeface="Lato Light" charset="0"/>
                <a:ea typeface="MS PGothic" panose="020B0600070205080204" charset="-128"/>
              </a:defRPr>
            </a:lvl2pPr>
            <a:lvl3pPr marL="1143000" indent="-228600" eaLnBrk="0" hangingPunct="0">
              <a:defRPr sz="3600">
                <a:solidFill>
                  <a:schemeClr val="tx1"/>
                </a:solidFill>
                <a:latin typeface="Lato Light" charset="0"/>
                <a:ea typeface="MS PGothic" panose="020B0600070205080204" charset="-128"/>
              </a:defRPr>
            </a:lvl3pPr>
            <a:lvl4pPr marL="1600200" indent="-228600" eaLnBrk="0" hangingPunct="0">
              <a:defRPr sz="3600">
                <a:solidFill>
                  <a:schemeClr val="tx1"/>
                </a:solidFill>
                <a:latin typeface="Lato Light" charset="0"/>
                <a:ea typeface="MS PGothic" panose="020B0600070205080204" charset="-128"/>
              </a:defRPr>
            </a:lvl4pPr>
            <a:lvl5pPr marL="2057400" indent="-228600" eaLnBrk="0" hangingPunct="0">
              <a:defRPr sz="3600">
                <a:solidFill>
                  <a:schemeClr val="tx1"/>
                </a:solidFill>
                <a:latin typeface="Lato Light" charset="0"/>
                <a:ea typeface="MS PGothic" panose="020B0600070205080204" charset="-128"/>
              </a:defRPr>
            </a:lvl5pPr>
            <a:lvl6pPr marL="2514600" indent="-228600" defTabSz="1827530" eaLnBrk="0" fontAlgn="base" hangingPunct="0">
              <a:spcBef>
                <a:spcPct val="0"/>
              </a:spcBef>
              <a:spcAft>
                <a:spcPct val="0"/>
              </a:spcAft>
              <a:defRPr sz="3600">
                <a:solidFill>
                  <a:schemeClr val="tx1"/>
                </a:solidFill>
                <a:latin typeface="Lato Light" charset="0"/>
                <a:ea typeface="MS PGothic" panose="020B0600070205080204" charset="-128"/>
              </a:defRPr>
            </a:lvl6pPr>
            <a:lvl7pPr marL="2971800" indent="-228600" defTabSz="1827530" eaLnBrk="0" fontAlgn="base" hangingPunct="0">
              <a:spcBef>
                <a:spcPct val="0"/>
              </a:spcBef>
              <a:spcAft>
                <a:spcPct val="0"/>
              </a:spcAft>
              <a:defRPr sz="3600">
                <a:solidFill>
                  <a:schemeClr val="tx1"/>
                </a:solidFill>
                <a:latin typeface="Lato Light" charset="0"/>
                <a:ea typeface="MS PGothic" panose="020B0600070205080204" charset="-128"/>
              </a:defRPr>
            </a:lvl7pPr>
            <a:lvl8pPr marL="3429000" indent="-228600" defTabSz="1827530" eaLnBrk="0" fontAlgn="base" hangingPunct="0">
              <a:spcBef>
                <a:spcPct val="0"/>
              </a:spcBef>
              <a:spcAft>
                <a:spcPct val="0"/>
              </a:spcAft>
              <a:defRPr sz="3600">
                <a:solidFill>
                  <a:schemeClr val="tx1"/>
                </a:solidFill>
                <a:latin typeface="Lato Light" charset="0"/>
                <a:ea typeface="MS PGothic" panose="020B0600070205080204" charset="-128"/>
              </a:defRPr>
            </a:lvl8pPr>
            <a:lvl9pPr marL="3886200" indent="-228600" defTabSz="1827530" eaLnBrk="0" fontAlgn="base" hangingPunct="0">
              <a:spcBef>
                <a:spcPct val="0"/>
              </a:spcBef>
              <a:spcAft>
                <a:spcPct val="0"/>
              </a:spcAft>
              <a:defRPr sz="3600">
                <a:solidFill>
                  <a:schemeClr val="tx1"/>
                </a:solidFill>
                <a:latin typeface="Lato Light" charset="0"/>
                <a:ea typeface="MS PGothic" panose="020B0600070205080204" charset="-128"/>
              </a:defRPr>
            </a:lvl9pPr>
          </a:lstStyle>
          <a:p>
            <a:pPr algn="ctr" eaLnBrk="1" hangingPunct="1">
              <a:defRPr/>
            </a:pPr>
            <a:r>
              <a:rPr lang="zh-CN" altLang="en-US" sz="2400" b="1" dirty="0">
                <a:solidFill>
                  <a:srgbClr val="C00000"/>
                </a:solidFill>
                <a:latin typeface="微软雅黑" panose="020B0503020204020204" pitchFamily="34" charset="-122"/>
                <a:ea typeface="微软雅黑" panose="020B0503020204020204" pitchFamily="34" charset="-122"/>
                <a:cs typeface="Lato Regular"/>
              </a:rPr>
              <a:t>独特价值</a:t>
            </a:r>
            <a:endParaRPr lang="zh-CN" altLang="en-US" sz="2400" b="1" dirty="0">
              <a:solidFill>
                <a:srgbClr val="C00000"/>
              </a:solidFill>
              <a:latin typeface="微软雅黑" panose="020B0503020204020204" pitchFamily="34" charset="-122"/>
              <a:ea typeface="微软雅黑" panose="020B0503020204020204" pitchFamily="34" charset="-122"/>
              <a:cs typeface="Lato Regular"/>
            </a:endParaRPr>
          </a:p>
        </p:txBody>
      </p:sp>
      <p:sp>
        <p:nvSpPr>
          <p:cNvPr id="42" name="Rounded Rectangle 247"/>
          <p:cNvSpPr/>
          <p:nvPr/>
        </p:nvSpPr>
        <p:spPr>
          <a:xfrm>
            <a:off x="8930005" y="2187575"/>
            <a:ext cx="2117090" cy="55880"/>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09710" tIns="54854" rIns="109710" bIns="54854" anchor="ctr"/>
          <a:lstStyle/>
          <a:p>
            <a:pPr algn="ctr">
              <a:defRPr/>
            </a:pPr>
            <a:endParaRPr lang="bg-BG" sz="2400" dirty="0">
              <a:solidFill>
                <a:srgbClr val="C00000"/>
              </a:solidFill>
              <a:latin typeface="Calibri Light" panose="020F0302020204030204"/>
            </a:endParaRPr>
          </a:p>
        </p:txBody>
      </p:sp>
      <p:sp>
        <p:nvSpPr>
          <p:cNvPr id="12" name="TextBox 30"/>
          <p:cNvSpPr txBox="1">
            <a:spLocks noChangeArrowheads="1"/>
          </p:cNvSpPr>
          <p:nvPr/>
        </p:nvSpPr>
        <p:spPr bwMode="auto">
          <a:xfrm>
            <a:off x="1199515" y="2281555"/>
            <a:ext cx="2050415" cy="414655"/>
          </a:xfrm>
          <a:prstGeom prst="rect">
            <a:avLst/>
          </a:prstGeom>
          <a:noFill/>
          <a:ln w="9525">
            <a:noFill/>
            <a:miter lim="800000"/>
          </a:ln>
        </p:spPr>
        <p:txBody>
          <a:bodyPr wrap="square" lIns="45720" tIns="22860" rIns="45720" bIns="22860">
            <a:spAutoFit/>
          </a:bodyPr>
          <a:p>
            <a:pPr algn="l" eaLnBrk="0" hangingPunct="0">
              <a:lnSpc>
                <a:spcPct val="150000"/>
              </a:lnSpc>
            </a:pPr>
            <a:r>
              <a:rPr sz="1600" dirty="0">
                <a:latin typeface="微软雅黑" panose="020B0503020204020204" pitchFamily="34" charset="-122"/>
                <a:ea typeface="微软雅黑" panose="020B0503020204020204" pitchFamily="34" charset="-122"/>
                <a:cs typeface="微软雅黑" panose="020B0503020204020204" pitchFamily="34" charset="-122"/>
              </a:rPr>
              <a:t>写出1-3个</a:t>
            </a:r>
            <a:r>
              <a:rPr lang="zh-CN" sz="1600" dirty="0">
                <a:latin typeface="微软雅黑" panose="020B0503020204020204" pitchFamily="34" charset="-122"/>
                <a:ea typeface="微软雅黑" panose="020B0503020204020204" pitchFamily="34" charset="-122"/>
                <a:cs typeface="微软雅黑" panose="020B0503020204020204" pitchFamily="34" charset="-122"/>
              </a:rPr>
              <a:t>用户痛点</a:t>
            </a:r>
            <a:endParaRPr sz="16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文本框 12"/>
          <p:cNvSpPr txBox="1"/>
          <p:nvPr/>
        </p:nvSpPr>
        <p:spPr>
          <a:xfrm>
            <a:off x="4898390" y="2281555"/>
            <a:ext cx="2344420" cy="583565"/>
          </a:xfrm>
          <a:prstGeom prst="rect">
            <a:avLst/>
          </a:prstGeom>
          <a:noFill/>
        </p:spPr>
        <p:txBody>
          <a:bodyPr wrap="square" rtlCol="0" anchor="t">
            <a:spAutoFit/>
          </a:bodyPr>
          <a:p>
            <a:pPr algn="ctr"/>
            <a:r>
              <a:rPr lang="zh-CN" altLang="en-US" sz="1600">
                <a:latin typeface="微软雅黑" panose="020B0503020204020204" pitchFamily="34" charset="-122"/>
                <a:ea typeface="微软雅黑" panose="020B0503020204020204" pitchFamily="34" charset="-122"/>
              </a:rPr>
              <a:t>你的方案将如何解决和改善</a:t>
            </a:r>
            <a:endParaRPr lang="zh-CN" altLang="en-US" sz="1600">
              <a:latin typeface="微软雅黑" panose="020B0503020204020204" pitchFamily="34" charset="-122"/>
              <a:ea typeface="微软雅黑" panose="020B0503020204020204" pitchFamily="34" charset="-122"/>
            </a:endParaRPr>
          </a:p>
        </p:txBody>
      </p:sp>
      <p:sp>
        <p:nvSpPr>
          <p:cNvPr id="14" name="文本框 13"/>
          <p:cNvSpPr txBox="1"/>
          <p:nvPr/>
        </p:nvSpPr>
        <p:spPr>
          <a:xfrm>
            <a:off x="8757920" y="2281555"/>
            <a:ext cx="2547620" cy="583565"/>
          </a:xfrm>
          <a:prstGeom prst="rect">
            <a:avLst/>
          </a:prstGeom>
          <a:noFill/>
        </p:spPr>
        <p:txBody>
          <a:bodyPr wrap="square" rtlCol="0" anchor="t">
            <a:spAutoFit/>
          </a:bodyPr>
          <a:p>
            <a:pPr algn="l"/>
            <a:r>
              <a:rPr lang="zh-CN" altLang="en-US" sz="1600">
                <a:latin typeface="微软雅黑" panose="020B0503020204020204" pitchFamily="34" charset="-122"/>
                <a:ea typeface="微软雅黑" panose="020B0503020204020204" pitchFamily="34" charset="-122"/>
                <a:cs typeface="微软雅黑" panose="020B0503020204020204" pitchFamily="34" charset="-122"/>
              </a:rPr>
              <a:t>简单明了的说明你的解决方案有什么独特之处</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文本框 14"/>
          <p:cNvSpPr txBox="1"/>
          <p:nvPr/>
        </p:nvSpPr>
        <p:spPr bwMode="auto">
          <a:xfrm>
            <a:off x="4817745" y="3106420"/>
            <a:ext cx="2540000" cy="2630805"/>
          </a:xfrm>
          <a:prstGeom prst="rect">
            <a:avLst/>
          </a:prstGeom>
          <a:noFill/>
          <a:ln w="9525">
            <a:noFill/>
            <a:miter lim="800000"/>
          </a:ln>
        </p:spPr>
        <p:txBody>
          <a:bodyPr wrap="square" lIns="45720" tIns="22860" rIns="45720" bIns="22860" rtlCol="0" anchor="t">
            <a:spAutoFit/>
          </a:bodyPr>
          <a:lstStyle/>
          <a:p>
            <a:pPr lvl="0" algn="l" eaLnBrk="0" hangingPunct="0">
              <a:lnSpc>
                <a:spcPct val="150000"/>
              </a:lnSpc>
              <a:buClrTx/>
              <a:buSzTx/>
              <a:buFontTx/>
            </a:pPr>
            <a:r>
              <a:rPr lang="zh-CN" sz="1600" dirty="0">
                <a:solidFill>
                  <a:schemeClr val="tx1">
                    <a:lumMod val="50000"/>
                    <a:lumOff val="50000"/>
                  </a:schemeClr>
                </a:solidFill>
                <a:latin typeface="微软雅黑" panose="020B0503020204020204" pitchFamily="34" charset="-122"/>
                <a:ea typeface="微软雅黑" panose="020B0503020204020204" pitchFamily="34" charset="-122"/>
                <a:cs typeface="Calibri Light" panose="020F0302020204030204" pitchFamily="34" charset="0"/>
                <a:sym typeface="+mn-ea"/>
              </a:rPr>
              <a:t>如</a:t>
            </a:r>
            <a:r>
              <a:rPr lang="zh-CN" sz="1600" dirty="0">
                <a:solidFill>
                  <a:schemeClr val="tx1">
                    <a:lumMod val="50000"/>
                    <a:lumOff val="50000"/>
                  </a:schemeClr>
                </a:solidFill>
                <a:latin typeface="微软雅黑" panose="020B0503020204020204" pitchFamily="34" charset="-122"/>
                <a:ea typeface="微软雅黑" panose="020B0503020204020204" pitchFamily="34" charset="-122"/>
                <a:cs typeface="Calibri Light" panose="020F0302020204030204" pitchFamily="34" charset="0"/>
                <a:sym typeface="+mn-ea"/>
              </a:rPr>
              <a:t>：</a:t>
            </a:r>
            <a:r>
              <a:rPr sz="1600" dirty="0">
                <a:solidFill>
                  <a:schemeClr val="tx1">
                    <a:lumMod val="50000"/>
                    <a:lumOff val="50000"/>
                  </a:schemeClr>
                </a:solidFill>
                <a:latin typeface="微软雅黑" panose="020B0503020204020204" pitchFamily="34" charset="-122"/>
                <a:ea typeface="微软雅黑" panose="020B0503020204020204" pitchFamily="34" charset="-122"/>
                <a:cs typeface="Calibri Light" panose="020F0302020204030204" pitchFamily="34" charset="0"/>
                <a:sym typeface="+mn-ea"/>
              </a:rPr>
              <a:t>深化建设App互动社区，围绕用户财富管理过程中不同维度的内容诉求，建设对应互动阵地，并激活用户互动，沉淀角色关系链，打造每个用户均可为服务原点的协同网络。</a:t>
            </a:r>
            <a:endParaRPr sz="1600" dirty="0">
              <a:solidFill>
                <a:schemeClr val="tx1">
                  <a:lumMod val="50000"/>
                  <a:lumOff val="50000"/>
                </a:schemeClr>
              </a:solidFill>
              <a:latin typeface="微软雅黑" panose="020B0503020204020204" pitchFamily="34" charset="-122"/>
              <a:ea typeface="微软雅黑" panose="020B0503020204020204" pitchFamily="34" charset="-122"/>
              <a:cs typeface="Calibri Light" panose="020F0302020204030204" pitchFamily="34" charset="0"/>
              <a:sym typeface="+mn-ea"/>
            </a:endParaRPr>
          </a:p>
        </p:txBody>
      </p:sp>
      <p:sp>
        <p:nvSpPr>
          <p:cNvPr id="16" name="文本框 15"/>
          <p:cNvSpPr txBox="1"/>
          <p:nvPr/>
        </p:nvSpPr>
        <p:spPr bwMode="auto">
          <a:xfrm>
            <a:off x="8735060" y="3255010"/>
            <a:ext cx="2540000" cy="1153160"/>
          </a:xfrm>
          <a:prstGeom prst="rect">
            <a:avLst/>
          </a:prstGeom>
          <a:noFill/>
          <a:ln w="9525">
            <a:noFill/>
            <a:miter lim="800000"/>
          </a:ln>
        </p:spPr>
        <p:txBody>
          <a:bodyPr wrap="square" lIns="45720" tIns="22860" rIns="45720" bIns="22860" rtlCol="0" anchor="t">
            <a:spAutoFit/>
          </a:bodyPr>
          <a:lstStyle/>
          <a:p>
            <a:pPr lvl="0" algn="l" eaLnBrk="0" hangingPunct="0">
              <a:lnSpc>
                <a:spcPct val="150000"/>
              </a:lnSpc>
              <a:buClrTx/>
              <a:buSzTx/>
              <a:buFontTx/>
            </a:pPr>
            <a:r>
              <a:rPr lang="zh-CN" sz="1600" dirty="0">
                <a:solidFill>
                  <a:schemeClr val="tx1">
                    <a:lumMod val="50000"/>
                    <a:lumOff val="50000"/>
                  </a:schemeClr>
                </a:solidFill>
                <a:latin typeface="微软雅黑" panose="020B0503020204020204" pitchFamily="34" charset="-122"/>
                <a:ea typeface="微软雅黑" panose="020B0503020204020204" pitchFamily="34" charset="-122"/>
                <a:cs typeface="Calibri Light" panose="020F0302020204030204" pitchFamily="34" charset="0"/>
                <a:sym typeface="+mn-ea"/>
              </a:rPr>
              <a:t>如</a:t>
            </a:r>
            <a:r>
              <a:rPr lang="zh-CN" sz="1600" dirty="0">
                <a:solidFill>
                  <a:schemeClr val="tx1">
                    <a:lumMod val="50000"/>
                    <a:lumOff val="50000"/>
                  </a:schemeClr>
                </a:solidFill>
                <a:latin typeface="微软雅黑" panose="020B0503020204020204" pitchFamily="34" charset="-122"/>
                <a:ea typeface="微软雅黑" panose="020B0503020204020204" pitchFamily="34" charset="-122"/>
                <a:cs typeface="Calibri Light" panose="020F0302020204030204" pitchFamily="34" charset="0"/>
                <a:sym typeface="+mn-ea"/>
              </a:rPr>
              <a:t>：</a:t>
            </a:r>
            <a:r>
              <a:rPr sz="1600" dirty="0">
                <a:solidFill>
                  <a:schemeClr val="tx1">
                    <a:lumMod val="50000"/>
                    <a:lumOff val="50000"/>
                  </a:schemeClr>
                </a:solidFill>
                <a:latin typeface="微软雅黑" panose="020B0503020204020204" pitchFamily="34" charset="-122"/>
                <a:ea typeface="微软雅黑" panose="020B0503020204020204" pitchFamily="34" charset="-122"/>
                <a:cs typeface="Calibri Light" panose="020F0302020204030204" pitchFamily="34" charset="0"/>
                <a:sym typeface="+mn-ea"/>
              </a:rPr>
              <a:t>以用户为原点的协同网络每个用户既是内容消费方又是参与者及创作者。</a:t>
            </a:r>
            <a:endParaRPr sz="1600" dirty="0">
              <a:solidFill>
                <a:schemeClr val="tx1">
                  <a:lumMod val="50000"/>
                  <a:lumOff val="50000"/>
                </a:schemeClr>
              </a:solidFill>
              <a:latin typeface="微软雅黑" panose="020B0503020204020204" pitchFamily="34" charset="-122"/>
              <a:ea typeface="微软雅黑" panose="020B0503020204020204" pitchFamily="34" charset="-122"/>
              <a:cs typeface="Calibri Light" panose="020F0302020204030204" pitchFamily="34" charset="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12775" y="355600"/>
            <a:ext cx="3509645" cy="521970"/>
          </a:xfrm>
          <a:prstGeom prst="rect">
            <a:avLst/>
          </a:prstGeom>
          <a:noFill/>
        </p:spPr>
        <p:txBody>
          <a:bodyPr wrap="square" rtlCol="0">
            <a:spAutoFit/>
          </a:bodyPr>
          <a:lstStyle/>
          <a:p>
            <a:r>
              <a:rPr lang="zh-CN" altLang="en-US" sz="2800" b="1" dirty="0">
                <a:solidFill>
                  <a:srgbClr val="08254D"/>
                </a:solidFill>
                <a:latin typeface="微软雅黑" panose="020B0503020204020204" pitchFamily="34" charset="-122"/>
                <a:ea typeface="微软雅黑" panose="020B0503020204020204" pitchFamily="34" charset="-122"/>
              </a:rPr>
              <a:t>标题</a:t>
            </a:r>
            <a:endParaRPr lang="zh-CN" sz="2800" b="1" dirty="0">
              <a:solidFill>
                <a:srgbClr val="08254D"/>
              </a:solidFill>
              <a:latin typeface="微软雅黑" panose="020B0503020204020204" pitchFamily="34" charset="-122"/>
              <a:ea typeface="微软雅黑" panose="020B0503020204020204" pitchFamily="34" charset="-122"/>
            </a:endParaRPr>
          </a:p>
        </p:txBody>
      </p:sp>
      <p:sp>
        <p:nvSpPr>
          <p:cNvPr id="12" name="TextBox 30"/>
          <p:cNvSpPr txBox="1">
            <a:spLocks noChangeArrowheads="1"/>
          </p:cNvSpPr>
          <p:nvPr/>
        </p:nvSpPr>
        <p:spPr bwMode="auto">
          <a:xfrm>
            <a:off x="1199515" y="2281555"/>
            <a:ext cx="5190490" cy="414655"/>
          </a:xfrm>
          <a:prstGeom prst="rect">
            <a:avLst/>
          </a:prstGeom>
          <a:noFill/>
          <a:ln w="9525">
            <a:noFill/>
            <a:miter lim="800000"/>
          </a:ln>
        </p:spPr>
        <p:txBody>
          <a:bodyPr wrap="square" lIns="45720" tIns="22860" rIns="45720" bIns="22860">
            <a:spAutoFit/>
          </a:bodyPr>
          <a:p>
            <a:pPr algn="l" eaLnBrk="0" hangingPunct="0">
              <a:lnSpc>
                <a:spcPct val="150000"/>
              </a:lnSpc>
            </a:pPr>
            <a:r>
              <a:rPr lang="zh-CN" sz="1600" dirty="0">
                <a:latin typeface="微软雅黑" panose="020B0503020204020204" pitchFamily="34" charset="-122"/>
                <a:ea typeface="微软雅黑" panose="020B0503020204020204" pitchFamily="34" charset="-122"/>
                <a:cs typeface="微软雅黑" panose="020B0503020204020204" pitchFamily="34" charset="-122"/>
              </a:rPr>
              <a:t>根据题目要求，开始展示你的整体方案</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等内容</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矩形 2"/>
          <p:cNvSpPr/>
          <p:nvPr/>
        </p:nvSpPr>
        <p:spPr>
          <a:xfrm>
            <a:off x="10223500" y="194945"/>
            <a:ext cx="1778000" cy="682625"/>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3200" b="1">
                <a:solidFill>
                  <a:srgbClr val="C00000"/>
                </a:solidFill>
              </a:rPr>
              <a:t>AI</a:t>
            </a:r>
            <a:r>
              <a:rPr lang="zh-CN" altLang="en-US" sz="3200" b="1">
                <a:solidFill>
                  <a:srgbClr val="C00000"/>
                </a:solidFill>
              </a:rPr>
              <a:t>辅助</a:t>
            </a:r>
            <a:endParaRPr lang="zh-CN" altLang="en-US" sz="3200" b="1">
              <a:solidFill>
                <a:srgbClr val="C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12775" y="355600"/>
            <a:ext cx="3509645" cy="521970"/>
          </a:xfrm>
          <a:prstGeom prst="rect">
            <a:avLst/>
          </a:prstGeom>
          <a:noFill/>
        </p:spPr>
        <p:txBody>
          <a:bodyPr wrap="square" rtlCol="0">
            <a:spAutoFit/>
          </a:bodyPr>
          <a:lstStyle/>
          <a:p>
            <a:r>
              <a:rPr lang="zh-CN" altLang="en-US" sz="2800" b="1" dirty="0">
                <a:solidFill>
                  <a:srgbClr val="08254D"/>
                </a:solidFill>
                <a:latin typeface="微软雅黑" panose="020B0503020204020204" pitchFamily="34" charset="-122"/>
                <a:ea typeface="微软雅黑" panose="020B0503020204020204" pitchFamily="34" charset="-122"/>
              </a:rPr>
              <a:t>标题</a:t>
            </a:r>
            <a:endParaRPr lang="zh-CN" sz="2800" b="1" dirty="0">
              <a:solidFill>
                <a:srgbClr val="08254D"/>
              </a:solidFill>
              <a:latin typeface="微软雅黑" panose="020B0503020204020204" pitchFamily="34" charset="-122"/>
              <a:ea typeface="微软雅黑" panose="020B0503020204020204" pitchFamily="34" charset="-122"/>
            </a:endParaRPr>
          </a:p>
        </p:txBody>
      </p:sp>
      <p:sp>
        <p:nvSpPr>
          <p:cNvPr id="12" name="TextBox 30"/>
          <p:cNvSpPr txBox="1">
            <a:spLocks noChangeArrowheads="1"/>
          </p:cNvSpPr>
          <p:nvPr/>
        </p:nvSpPr>
        <p:spPr bwMode="auto">
          <a:xfrm>
            <a:off x="1199515" y="2281555"/>
            <a:ext cx="5190490" cy="414655"/>
          </a:xfrm>
          <a:prstGeom prst="rect">
            <a:avLst/>
          </a:prstGeom>
          <a:noFill/>
          <a:ln w="9525">
            <a:noFill/>
            <a:miter lim="800000"/>
          </a:ln>
        </p:spPr>
        <p:txBody>
          <a:bodyPr wrap="square" lIns="45720" tIns="22860" rIns="45720" bIns="22860">
            <a:spAutoFit/>
          </a:bodyPr>
          <a:p>
            <a:pPr algn="l" eaLnBrk="0" hangingPunct="0">
              <a:lnSpc>
                <a:spcPct val="150000"/>
              </a:lnSpc>
            </a:pPr>
            <a:r>
              <a:rPr lang="zh-CN" sz="1600" dirty="0">
                <a:latin typeface="微软雅黑" panose="020B0503020204020204" pitchFamily="34" charset="-122"/>
                <a:ea typeface="微软雅黑" panose="020B0503020204020204" pitchFamily="34" charset="-122"/>
                <a:cs typeface="微软雅黑" panose="020B0503020204020204" pitchFamily="34" charset="-122"/>
              </a:rPr>
              <a:t>根据题目要求，开始展示你的整体方案</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等内容</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304</Words>
  <Application>WPS 演示</Application>
  <PresentationFormat>宽屏</PresentationFormat>
  <Paragraphs>36</Paragraphs>
  <Slides>4</Slides>
  <Notes>6</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4</vt:i4>
      </vt:variant>
    </vt:vector>
  </HeadingPairs>
  <TitlesOfParts>
    <vt:vector size="20" baseType="lpstr">
      <vt:lpstr>Arial</vt:lpstr>
      <vt:lpstr>宋体</vt:lpstr>
      <vt:lpstr>Wingdings</vt:lpstr>
      <vt:lpstr>Tw Cen MT</vt:lpstr>
      <vt:lpstr>华文仿宋</vt:lpstr>
      <vt:lpstr>微软雅黑</vt:lpstr>
      <vt:lpstr>Calibri Light</vt:lpstr>
      <vt:lpstr>Lato Regular</vt:lpstr>
      <vt:lpstr>Segoe Print</vt:lpstr>
      <vt:lpstr>Calibri Light</vt:lpstr>
      <vt:lpstr>Lato Light</vt:lpstr>
      <vt:lpstr>MS PGothic</vt:lpstr>
      <vt:lpstr>Arial Unicode MS</vt:lpstr>
      <vt:lpstr>等线</vt:lpstr>
      <vt:lpstr>Calibri</vt:lpstr>
      <vt:lpstr>Office 主题​​</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Liu, Dragon (GGZ-MEW)</dc:creator>
  <cp:lastModifiedBy>苏国耀/01222742</cp:lastModifiedBy>
  <cp:revision>5</cp:revision>
  <dcterms:created xsi:type="dcterms:W3CDTF">2026-04-28T02:35:00Z</dcterms:created>
  <dcterms:modified xsi:type="dcterms:W3CDTF">2026-04-28T02:40:03Z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B87E8DDA613B49C8B0CE95E6C20B1D3C</vt:lpwstr>
  </property>
  <property fmtid="{D5CDD505-2E9C-101B-9397-08002B2CF9AE}" pid="3" name="KSOProductBuildVer">
    <vt:lpwstr>2052-12.8.2.20793</vt:lpwstr>
  </property>
</Properties>
</file>