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4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A5C63-C162-BFC9-7DD4-F230B3B75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4A39AC-63BD-0A9B-CA93-A6852387D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9280C5-6EDA-3343-C11D-A72DCCA54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2487-2298-4A29-80BC-D65EDD11FF5A}" type="datetimeFigureOut">
              <a:rPr lang="zh-CN" altLang="en-US" smtClean="0"/>
              <a:t>2025-04-30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C0A725-59AF-196D-0D86-9CF26433D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F5E55C-27DC-19B3-CA0C-CE7AC0126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FD5F-B018-4F01-9A82-918FBDD89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634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2D7A15-0EC5-4E3E-11BF-976C62C9C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48465D-C573-3758-0F61-469EF0E2A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45CA97-D838-94CB-29A8-BFDA748CD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2487-2298-4A29-80BC-D65EDD11FF5A}" type="datetimeFigureOut">
              <a:rPr lang="zh-CN" altLang="en-US" smtClean="0"/>
              <a:t>2025-04-30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30C0BD-80F7-8387-8B39-E8CD76FC2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B2943B-198F-4E30-D16F-259F4E392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FD5F-B018-4F01-9A82-918FBDD89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713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B81BBE-C54B-EF21-2371-29301024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F90AD6-5FF4-26AA-5DDC-A8308263D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E47B7D-045B-5B1A-7A1A-9E6197ED8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2487-2298-4A29-80BC-D65EDD11FF5A}" type="datetimeFigureOut">
              <a:rPr lang="zh-CN" altLang="en-US" smtClean="0"/>
              <a:t>2025-04-30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508B3E-CD8B-50A6-0D61-486688B85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18AA1D-054F-B2B1-2434-9146AC15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FD5F-B018-4F01-9A82-918FBDD89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66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7F02C-6C01-7365-556E-CFAA9A52A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546BBD-F049-76CA-71A2-06E224B63A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C0CDB8-F101-C143-6F0E-D05B45CEC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28083A-8D31-10A2-161E-B225617F0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2487-2298-4A29-80BC-D65EDD11FF5A}" type="datetimeFigureOut">
              <a:rPr lang="zh-CN" altLang="en-US" smtClean="0"/>
              <a:t>2025-04-30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80F763-DA8E-1399-D97E-55224867D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5D4DAE-785C-5ACE-C376-83E9F932F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FD5F-B018-4F01-9A82-918FBDD89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386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025AE-B968-004E-8BEE-06A38E450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01F0CE-11BC-8B39-6EEE-0F74C2828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096612-30FB-0DC6-9E3A-09D5F9851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FDB35A-8D43-4288-BCEB-E533F7644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AF7524-4553-EB8A-F47F-6EEDCC71F0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399958-8A4C-222C-E96F-957C31C37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2487-2298-4A29-80BC-D65EDD11FF5A}" type="datetimeFigureOut">
              <a:rPr lang="zh-CN" altLang="en-US" smtClean="0"/>
              <a:t>2025-04-30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2317DB0-11D5-0DAE-8271-01B565E85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96D8E1-0831-30EB-3F7D-F3E684B4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FD5F-B018-4F01-9A82-918FBDD89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555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2B68A3-3CB3-5B0D-7A31-F857FBE74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90E6D08-0862-CF46-508D-2AE2D629F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2487-2298-4A29-80BC-D65EDD11FF5A}" type="datetimeFigureOut">
              <a:rPr lang="zh-CN" altLang="en-US" smtClean="0"/>
              <a:t>2025-04-30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34A562-6611-7CC9-C06D-4B660066E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27C02CC-A60E-032B-A696-748BD127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FD5F-B018-4F01-9A82-918FBDD89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264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232436D-FF55-476F-E93C-A162D3E9F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2487-2298-4A29-80BC-D65EDD11FF5A}" type="datetimeFigureOut">
              <a:rPr lang="zh-CN" altLang="en-US" smtClean="0"/>
              <a:t>2025-04-30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58EB1A-FCBB-3737-A4BD-EA9D3E1A3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1F5433-E800-08A6-2CE4-F323FADB7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FD5F-B018-4F01-9A82-918FBDD89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357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DF830-EB1A-B395-B3F8-63628D162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F4A51A-490A-7A23-5481-39BC15738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852E00-2677-425C-B2BD-FF55BA1CE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6C0DEB-1AC9-7BAB-9B5C-8BD767D68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2487-2298-4A29-80BC-D65EDD11FF5A}" type="datetimeFigureOut">
              <a:rPr lang="zh-CN" altLang="en-US" smtClean="0"/>
              <a:t>2025-04-30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395E06-B4F2-DE33-E319-8248C1824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EF316E-6EEF-DB35-62F5-6A37BA3B7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FD5F-B018-4F01-9A82-918FBDD89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57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E191B4-B446-A0DB-F874-E985C42E2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64D070-0689-ECDD-88F1-E14632F91C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B1E2C0-ED5F-1502-A4C8-1F48F21D0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706CA0-9DB5-13A1-5073-000C78B0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2487-2298-4A29-80BC-D65EDD11FF5A}" type="datetimeFigureOut">
              <a:rPr lang="zh-CN" altLang="en-US" smtClean="0"/>
              <a:t>2025-04-30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4E407D-665D-C302-8E60-C1584176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7F7737-2129-AA71-2BAB-71780B1F7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FD5F-B018-4F01-9A82-918FBDD89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341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694637-9CC7-699D-D407-A13C4DC81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47BB4B-8580-D5D2-B0D1-B8DA17F51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50D675-B53A-8261-3CF3-F6063DEEC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2487-2298-4A29-80BC-D65EDD11FF5A}" type="datetimeFigureOut">
              <a:rPr lang="zh-CN" altLang="en-US" smtClean="0"/>
              <a:t>2025-04-30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433AF6-545C-2254-A67C-16D857B6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93AC37-FBDD-AE78-C1FE-473378763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FD5F-B018-4F01-9A82-918FBDD89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018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064FDC0-5F6C-A613-FD0C-F9E7890F7E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ED47F2-28E5-17E6-1742-84D98B896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B12EE0-8536-6288-4676-54EBE9914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2487-2298-4A29-80BC-D65EDD11FF5A}" type="datetimeFigureOut">
              <a:rPr lang="zh-CN" altLang="en-US" smtClean="0"/>
              <a:t>2025-04-30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D4255F-8927-03BE-B02D-B9E779615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9B781A-0967-466E-6A30-9A0C2AFE9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FD5F-B018-4F01-9A82-918FBDD89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990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651E8D0-0ECE-66ED-1AC3-37C107F2F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165B79-50F9-C541-1CB7-206712AF6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2944AA-0212-04B6-D1E8-7981AFB80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E2487-2298-4A29-80BC-D65EDD11FF5A}" type="datetimeFigureOut">
              <a:rPr lang="zh-CN" altLang="en-US" smtClean="0"/>
              <a:t>2025-04-30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FADE93-B01E-4A9D-A6FA-60B827DA0D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BE89D6-AD84-27F1-A5C8-40C880CC0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1FD5F-B018-4F01-9A82-918FBDD89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541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gif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8CD4F4D-E097-1D79-50BD-771FDB297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434" y="1255135"/>
            <a:ext cx="3363891" cy="251937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7E90AA4-689B-6E49-7D51-FC49B5BED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4413" y1="29943" x2="44413" y2="29943"/>
                        <a14:foregroundMark x1="50716" y1="25358" x2="28940" y2="49140"/>
                        <a14:foregroundMark x1="28940" y1="49140" x2="30946" y2="50573"/>
                        <a14:foregroundMark x1="43696" y1="27937" x2="28510" y2="41691"/>
                        <a14:foregroundMark x1="28510" y1="41691" x2="24212" y2="66332"/>
                        <a14:foregroundMark x1="24212" y1="66332" x2="30229" y2="67622"/>
                        <a14:foregroundMark x1="30659" y1="37393" x2="45845" y2="73639"/>
                        <a14:foregroundMark x1="45845" y1="73639" x2="45845" y2="73639"/>
                        <a14:foregroundMark x1="70201" y1="44126" x2="69914" y2="70344"/>
                        <a14:foregroundMark x1="64327" y1="47278" x2="62034" y2="70057"/>
                        <a14:foregroundMark x1="72779" y1="32951" x2="76835" y2="66412"/>
                        <a14:foregroundMark x1="64613" y1="31089" x2="77077" y2="50143"/>
                        <a14:foregroundMark x1="64900" y1="26934" x2="70630" y2="40974"/>
                        <a14:foregroundMark x1="70201" y1="32808" x2="54011" y2="53295"/>
                        <a14:foregroundMark x1="30659" y1="48424" x2="34527" y2="75358"/>
                        <a14:foregroundMark x1="26791" y1="60745" x2="29943" y2="71777"/>
                        <a14:foregroundMark x1="43123" y1="71777" x2="51433" y2="73209"/>
                        <a14:foregroundMark x1="41261" y1="66762" x2="54298" y2="67908"/>
                        <a14:foregroundMark x1="55158" y1="66762" x2="62178" y2="66046"/>
                        <a14:foregroundMark x1="57593" y1="51862" x2="57593" y2="51862"/>
                        <a14:foregroundMark x1="59026" y1="32808" x2="62178" y2="39971"/>
                        <a14:foregroundMark x1="51576" y1="46991" x2="49713" y2="52722"/>
                        <a14:foregroundMark x1="33811" y1="36819" x2="48711" y2="53725"/>
                        <a14:foregroundMark x1="48711" y1="53725" x2="48997" y2="53725"/>
                        <a14:foregroundMark x1="49427" y1="36103" x2="59742" y2="50287"/>
                        <a14:foregroundMark x1="46562" y1="36676" x2="53582" y2="51289"/>
                        <a14:foregroundMark x1="54298" y1="36390" x2="61461" y2="50143"/>
                        <a14:foregroundMark x1="57450" y1="27507" x2="67049" y2="50287"/>
                        <a14:foregroundMark x1="74785" y1="45989" x2="76648" y2="63037"/>
                        <a14:foregroundMark x1="76934" y1="41404" x2="77650" y2="60029"/>
                        <a14:foregroundMark x1="77650" y1="60029" x2="76648" y2="61175"/>
                        <a14:foregroundMark x1="78322" y1="62178" x2="78332" y2="62981"/>
                        <a14:foregroundMark x1="78080" y1="42693" x2="78239" y2="55486"/>
                        <a14:foregroundMark x1="78080" y1="42693" x2="81220" y2="55559"/>
                        <a14:foregroundMark x1="78510" y1="40688" x2="80295" y2="55536"/>
                        <a14:foregroundMark x1="78109" y1="55738" x2="67480" y2="76399"/>
                        <a14:foregroundMark x1="79513" y1="53009" x2="78239" y2="55486"/>
                        <a14:foregroundMark x1="80802" y1="43553" x2="80802" y2="43553"/>
                        <a14:foregroundMark x1="80802" y1="49857" x2="80229" y2="47421"/>
                        <a14:foregroundMark x1="79370" y1="44269" x2="80946" y2="53009"/>
                        <a14:foregroundMark x1="45415" y1="19341" x2="45415" y2="19341"/>
                        <a14:foregroundMark x1="48711" y1="18338" x2="55444" y2="19054"/>
                        <a14:foregroundMark x1="56447" y1="20201" x2="65616" y2="26218"/>
                        <a14:foregroundMark x1="64900" y1="24355" x2="77794" y2="38109"/>
                        <a14:foregroundMark x1="77794" y1="38109" x2="79842" y2="55525"/>
                        <a14:foregroundMark x1="78114" y1="60366" x2="75501" y2="64040"/>
                        <a14:foregroundMark x1="78510" y1="57880" x2="78510" y2="57880"/>
                        <a14:foregroundMark x1="79370" y1="55587" x2="79370" y2="59742"/>
                        <a14:foregroundMark x1="80086" y1="58023" x2="80086" y2="58023"/>
                        <a14:backgroundMark x1="81519" y1="65043" x2="81519" y2="65043"/>
                        <a14:backgroundMark x1="84384" y1="58309" x2="80229" y2="70774"/>
                        <a14:backgroundMark x1="82378" y1="59742" x2="82378" y2="62178"/>
                        <a14:backgroundMark x1="82277" y1="59742" x2="82235" y2="61461"/>
                        <a14:backgroundMark x1="66762" y1="78510" x2="66762" y2="78510"/>
                        <a14:backgroundMark x1="68195" y1="78940" x2="66476" y2="79943"/>
                        <a14:backgroundMark x1="68911" y1="77364" x2="67192" y2="79513"/>
                        <a14:backgroundMark x1="68052" y1="78080" x2="69484" y2="77077"/>
                        <a14:backgroundMark x1="77364" y1="70057" x2="78080" y2="72779"/>
                        <a14:backgroundMark x1="77794" y1="67479" x2="77364" y2="74355"/>
                        <a14:backgroundMark x1="78080" y1="66476" x2="77794" y2="72063"/>
                        <a14:backgroundMark x1="68911" y1="84097" x2="71347" y2="838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78316" y="1299501"/>
            <a:ext cx="2944205" cy="294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277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5ABC0A1-D2DE-BF91-7E06-FC46BD500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872281"/>
            <a:ext cx="5419595" cy="29996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33627FA-D998-76B0-A60A-18C914E38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621" y="1575596"/>
            <a:ext cx="1753645" cy="159297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2B3167D-5EE4-D8FF-A6DB-659264D74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999" y="4690599"/>
            <a:ext cx="1104166" cy="174905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B07D9B0-87FD-CBC6-0FCA-821A9D39E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8830" y="4602895"/>
            <a:ext cx="1405931" cy="170367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B49F0A8-40CE-09A5-5E3F-461F9B2AEF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2034" y="4543744"/>
            <a:ext cx="1733792" cy="18814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CE9C323-9E25-E83E-AF19-5A79596CCD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314" y="4579565"/>
            <a:ext cx="1598406" cy="1809808"/>
          </a:xfrm>
          <a:prstGeom prst="rect">
            <a:avLst/>
          </a:prstGeom>
        </p:spPr>
      </p:pic>
      <p:pic>
        <p:nvPicPr>
          <p:cNvPr id="1026" name="Picture 2" descr="小招喵头像图,20小招喵图片,小招喵图片_大山谷图库">
            <a:extLst>
              <a:ext uri="{FF2B5EF4-FFF2-40B4-BE49-F238E27FC236}">
                <a16:creationId xmlns:a16="http://schemas.microsoft.com/office/drawing/2014/main" id="{2EF41FFE-ECE9-DB2C-7860-11A9E9606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1499" y="4341469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1586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 Light</vt:lpstr>
      <vt:lpstr>Arial</vt:lpstr>
      <vt:lpstr>等线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terms:created xsi:type="dcterms:W3CDTF">2025-04-30T15:18:16Z</dcterms:created>
  <dcterms:modified xsi:type="dcterms:W3CDTF">2025-04-30T15:34:07Z</dcterms:modified>
</cp:coreProperties>
</file>